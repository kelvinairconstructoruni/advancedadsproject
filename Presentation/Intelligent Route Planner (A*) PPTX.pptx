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37514">
              <a:lnSpc>
                <a:spcPct val="100000"/>
              </a:lnSpc>
              <a:spcBef>
                <a:spcPts val="0"/>
              </a:spcBef>
              <a:buSzTx/>
              <a:buNone/>
              <a:defRPr b="1" sz="3603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37514">
              <a:lnSpc>
                <a:spcPct val="100000"/>
              </a:lnSpc>
              <a:spcBef>
                <a:spcPts val="0"/>
              </a:spcBef>
              <a:buSzTx/>
              <a:buNone/>
              <a:defRPr b="1" sz="3603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Kelvin-Air Erayanmen &amp; Muhammad Ayubhon…"/>
          <p:cNvSpPr txBox="1"/>
          <p:nvPr>
            <p:ph type="body" idx="21"/>
          </p:nvPr>
        </p:nvSpPr>
        <p:spPr>
          <a:xfrm>
            <a:off x="1206499" y="11531802"/>
            <a:ext cx="21971002" cy="1251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462280">
              <a:defRPr sz="3808"/>
            </a:pPr>
            <a:r>
              <a:t>Kelvin-Air Erayanmen &amp; Muhammad Ayubhon                     </a:t>
            </a:r>
          </a:p>
          <a:p>
            <a:pPr defTabSz="462280">
              <a:defRPr sz="3808"/>
            </a:pPr>
            <a:r>
              <a:t>Thursday 4th December 2025</a:t>
            </a:r>
          </a:p>
        </p:txBody>
      </p:sp>
      <p:sp>
        <p:nvSpPr>
          <p:cNvPr id="172" name="Intelligent Route Planner (A*)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Intelligent Route Planner (A*)</a:t>
            </a:r>
          </a:p>
        </p:txBody>
      </p:sp>
      <p:sp>
        <p:nvSpPr>
          <p:cNvPr id="173" name="Student-friendly building navigator"/>
          <p:cNvSpPr txBox="1"/>
          <p:nvPr>
            <p:ph type="subTitle" sz="quarter" idx="1"/>
          </p:nvPr>
        </p:nvSpPr>
        <p:spPr>
          <a:xfrm>
            <a:off x="1206499" y="7196865"/>
            <a:ext cx="21971001" cy="1905001"/>
          </a:xfrm>
          <a:prstGeom prst="rect">
            <a:avLst/>
          </a:prstGeom>
        </p:spPr>
        <p:txBody>
          <a:bodyPr/>
          <a:lstStyle/>
          <a:p>
            <a:pPr/>
            <a:r>
              <a:t>Student-friendly building navigator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